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13BC09AB-39DD-4D99-98AA-24F68BF750B8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8/30/25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47068AA-5705-413C-844D-0C0C195519E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FC3BB206-8429-498B-968A-CAFE83DDD2E9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8/30/25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B49FFC5A-5826-48B0-BFAB-484521B7DC4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Buddia –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מסמך אפיון (מסודר מהאפליקציה)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גרסה</a:t>
            </a: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: HE v1 • </a:t>
            </a: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נערך לפי החומרים ששלחת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457560" y="460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Registration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הרשמה / כניסה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1463040" y="1097280"/>
            <a:ext cx="7315200" cy="5760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לאפשר הרשמה/כניסה עם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Google apple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מספר טלפון אוליי פייסבוק ולנתב לפי סטטוס הפרופיל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אלמנטים מרכזיים ב‑</a:t>
            </a: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לוגו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Buddia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עם אייקון הר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Mountain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כותרת: “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Explore more – together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.”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כפתור: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Continue with Google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קישור תחתון: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Log In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(מוביל לאותה פעולה)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רקע תמונת נוף עם גרדיאנט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פיצ'רים ופונקציונליות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התחברות: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User.login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()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בדיקת סטטוס: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User.me(), Traveler.filter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אינטראקציות ואנימציות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לחיצה על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Continue with Google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מפעילה זרימת התחברות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מצב טעינה עם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Loader2 (animate-spin)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התראות ופידבק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הודעות סטטוס/טעינה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Loading..., Welcome back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! וכו')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הודעת שגיאה במקרה כשל התחברות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לא מחובר → נשאר בדף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מחובר ללא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Traveler → CreateProfile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מחובר עם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Traveler → Discover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Onboarding Flow –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סקירה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מבנה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תהליך רב‑שלבי, לינארי, ללא ניווט תחתון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שלבים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: CreateProfile → Step1 (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תמונה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 → Step2 (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ביו/תחומי עניין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 → AnswerQuestions → CreateAdventurePlan → Discover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CreateProfile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שלב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0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: פרטים בסיסיים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איסוף שם, תאריך לידה, מין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כותרת: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Welcome to Buddia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!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Input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: שם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Popover+Calendar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: תאריך לידה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Select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: מין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Male/Female/Non‑binary/Prefer not to say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כפתור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Next (ArrowRight)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אינדיקטור התקדמות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עיגולים – הראשון כתום)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ולידציה: שם לא ריק; תאריך נבחר; מין נבחר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ולידציית גיל: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18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+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אינטראקציה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אנימציית כניסה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framer‑motion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לחיצה על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Next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מפעילה בדיקות ולידציה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פידבק/שגיאות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שגיאות מתחת לשדות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text‑red‑500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ל‑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CreateProfileStep1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(נתוני הטופס ב‑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location.state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CreateProfileStep1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שלב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: תמונת פרופיל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העלאת תמונת פרופיל ראשית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כותרת: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Upload a Profile Photo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עיגול גדול עם אייקון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Camera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(אזור העלאה/תצוגה)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כפתור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Choose/Change Photo + input file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נסתר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כפתור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Next (ArrowRight)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אינדיקטור התקדמות (העיגול השני כתום)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אינטגרציית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UploadFile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להעלאה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אינטראקציה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לחיצה על העיגול/כפתור מפעילה בחירת קובץ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במהלך העלאה: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Loader2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מסתובב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תצוגה מקדימה לתמונה שנבחרה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פידבק/שגיאות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שגיאת העלאה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uploadError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ל‑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CreateProfileStep2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(כולל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URL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התמונה + נתונים קודמים)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640080" y="-1828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CreateProfileStep2 (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שלב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2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: ביו, תחומי עניין ועוד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0" y="685800"/>
            <a:ext cx="9015840" cy="5440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000" spc="-1" strike="noStrike">
                <a:solidFill>
                  <a:srgbClr val="000000"/>
                </a:solidFill>
                <a:latin typeface="Arial Black"/>
              </a:rPr>
              <a:t>מטרה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איסוף ביו, מיקום נוכחי/יעד עתידי, מדינה, תמונות נוספות, תחומי עניין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000" spc="-1" strike="noStrike">
                <a:solidFill>
                  <a:srgbClr val="000000"/>
                </a:solidFill>
                <a:latin typeface="Arial Black"/>
              </a:rPr>
              <a:t>UI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כותרת: 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Almost there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!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רשת 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6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 תיבות תמונה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Textarea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: ביו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Inputs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: מיקום נוכחי, יעד עתידי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Select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: מדינה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Badge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ים לבחירת תחומי עניין (עד 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5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כפתור 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Finish &amp; Start Exploring (Sparkles)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מד התקדמות (העיגול השלישי כתום)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000" spc="-1" strike="noStrike">
                <a:solidFill>
                  <a:srgbClr val="000000"/>
                </a:solidFill>
                <a:latin typeface="Arial Black"/>
              </a:rPr>
              <a:t>פונקציונליות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UploadFile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 לתמונות נוספות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מחיקת תמונות (לא הראשית)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בחירה מרובה של תחומי עניין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Traveler.create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() ליצירת רשומת מטייל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000" spc="-1" strike="noStrike">
                <a:solidFill>
                  <a:srgbClr val="000000"/>
                </a:solidFill>
                <a:latin typeface="Arial Black"/>
              </a:rPr>
              <a:t>אינטראקציה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לחיצה על תא תמונה ריק → בחירת קובץ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לחיצה על 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X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 בתמונה → מחיקה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לחיצה על 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Badge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 → בחירה/ביטול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Loader2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 על כפתור 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Finish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 ובתיבות תמונה בזמן העלאה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000" spc="-1" strike="noStrike">
                <a:solidFill>
                  <a:srgbClr val="000000"/>
                </a:solidFill>
                <a:latin typeface="Arial Black"/>
              </a:rPr>
              <a:t>פידבק/שגיאות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שגיאות לשדות חובה/כשל העלאה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התראות על מקס' תמונות/תחומי עניין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2720" algn="r" rtl="1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000" spc="-1" strike="noStrike">
                <a:solidFill>
                  <a:srgbClr val="000000"/>
                </a:solidFill>
                <a:latin typeface="Arial Black"/>
              </a:rPr>
              <a:t>ניווט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480" algn="r" rtl="1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ל‑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AnswerQuestions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 עם נתוני </a:t>
            </a:r>
            <a:r>
              <a:rPr b="0" lang="en-US" sz="1000" spc="-1" strike="noStrike">
                <a:solidFill>
                  <a:srgbClr val="000000"/>
                </a:solidFill>
                <a:latin typeface="Arial Black"/>
              </a:rPr>
              <a:t>Traveler</a:t>
            </a:r>
            <a:endParaRPr b="0" lang="en-US" sz="1000" spc="-1" strike="noStrike">
              <a:solidFill>
                <a:srgbClr val="000000"/>
              </a:solidFill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AnswerQuestions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שלב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3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: שאלות אישיות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הוספת עומק לפרופיל (אופציונלי)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כותרת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: Step 3 of 4: Add Some Personality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3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שאלות עם אייקונים תואמים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למשל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Plane)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Textarea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לכל תשובה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כפתור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Next (ArrowRight),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כפתור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Skip for Now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שמירת תשובות בשדות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Traveler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הקיים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אינטראקציה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אנימציית כניסה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Loader2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על כפתור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Next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בזמן שמירה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פידבק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אין התראות ייחודיות מעבר לטעינה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ל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‑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CreateAdventurePlan (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לאחר שמירה/דילוג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CreateAdventurePlan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שלב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4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: תוכנית הרפתקה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הגדרת תוכנית הרפתקה עתידית אישית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כותרת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: Step 4 of 4: Plan Your Next Adventure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שדות: יעד, תיאור/פתקים, סוג פעילות, רמת קושי, סוג טיול (חברתי/סולו)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תקציב+מטבע, טווח תאריכים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(date inputs)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כפתור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Start Discovering (Compass)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יצירת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AdventurePlan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וקישור למטייל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אינטראקציה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אנימציית כניסה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, Loader2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על הכפתור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פידבק/שגיאות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שגיאות אם שדות חובה חסרים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ל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‑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Discover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בסיום התהליך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Layout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פריסת דף כללית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מעטפת אחידה לדפים + ניהול התחברות והתראות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Header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לוגו וכותרת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Buddia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AlertTriangle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בעת בעיות חיבור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Settings (Popover) + Logout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Bottom Navigation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Profile, Adventures, Discover, Messages, Matches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אייקון+תיוג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; Discover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מודגש וב'קפיצה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'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Badge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כתום ל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‑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Matches/Messages (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נתוני התראות, פול כל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90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ש׳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בדפי אונבורדינג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: Layout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לא מוצג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(children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בלבד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Logout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מנווט ל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‑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Registration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פידבק/שגיאות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AlertTriangle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בהאדר כשיש שגיאות טעינה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כפתורי התחתית → לדפים הרלוונטיים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; Settings → Settings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549000" y="-2282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Discover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גלה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366120" y="503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סוויפ על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Travelers/AdventureGroups,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סינון, צפייה מעמיקה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כרטיס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SwipeCard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יחיד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כפתורים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: Heart / X / RotateCcw / Filter / RefreshCw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מצב אין קלפים: הודעה מתאימה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/ LoadingSpinner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סווייפ ולוגיקה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framer‑motion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לגרירה והעלמה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Right →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יצירת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Match (liked_by_traveler=true);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התאמה הדדית → צ'אט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Left →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פסילה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DailyLimits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למשתמשים ללא פרימיום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פילטרים</a:t>
            </a: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(FilterModal/Panel)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מרחק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‑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100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ק"מ), מחפש (אישה/גבר/קבוצה)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סוג פעילות, טווח גיל, משתתפים, מאומתים בלבד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סליידרים עם עיגולים כתומים להדגשה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פרטי כרטיס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Traveler: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תמונה, שם/גיל/מיקום/דגל, ביו, תוכנית, תשובות, גלריה, תחומי עניין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AdventureGroup: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קאבר, יעד/תאריכים, חברים, תגיות, מוביל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אינטראקציה ופידבק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אייקון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Heart/X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גדולים בקצה סף גרירה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PhotoViewer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בלחיצה על הכרטיס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Toast 'You matched!'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בהתאמה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LimitReachedModal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כשהגעת למגבלת לייקים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התאמה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→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Messages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פותח צ'אט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LimitReached → Premium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Refresh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מאפס את הדף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ViewProfile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צפייה בפרופיל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הצגת פרופיל מטייל ספציפי + פעולות בהתאם לסטטוס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Match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תמונת פרופיל גדולה; שם/גיל/מיקום/דגל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Badges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סטטוס (מאומת/ניסיון)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Star count,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ביו, תשובות, גלריה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תחומי עניין עם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AnimatePresence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Completed Adventures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כפתורי פעולה בתחתית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: Like/Pass/Like Back/Liked/Send Message/Unmatch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Traveler.get(), Match.filter()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Like/Unmatch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עדכון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match_status)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PhotoViewer; ReportModal (placeholder)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אינטראקציה/פידבק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אנימציות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framer‑motion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בסקשנים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Loader2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על לחצני לוגיקה בזמן פעולה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שגיאה אם הפרופיל לא נמצא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ArrowLeft →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חזרה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Send Message → Messages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פותח צ'אט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פרופיל לא קיים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→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Discover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Matches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התאמות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רשימת התאמות ו'בקשות הצטרפות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'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הערה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כיום מרבית ההצגה/ניהול בתוך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Messages;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דף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Matches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ייתכן שאינו קיים כעצמאי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560" y="-27432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Messages (</a:t>
            </a: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הודעות / צ'אט</a:t>
            </a: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823320" y="13788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שיחות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‑על‑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וקבוצות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מצב רשימה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כרטיסי שיחות: תמונה/שם/מיקום/אחרונה/שעה/מונה שלא נקרא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כפתור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Create Group, LoadingSpinner,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מצב 'אין שיחות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' + CTA Discover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מצב שיחה פתוחה – ראש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ArrowLeft,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תמונה קטנה, שם, מיקום/חברים, סטטוס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Online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כפתורים (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‑על‑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)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: Create Group, More (Unmatch)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כפתורים (קבוצה)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: More (Manage/Leave/Change BG)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אזור הודעות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בועות טקסט/תמונה/וידאו/קול, הודעות מערכת כ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‑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Badge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תצוגה מקדימה להקלטת אודיו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messagesEndRef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לגלילה לתחתית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שליחה/קליטה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Message.filter()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לרענון תקופתי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טקסט, תמונות/וידאו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(UploadFile),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הקלטות קול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(MediaRecorder + UploadFile)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ניהול קבוצה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GroupManagementModal: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חברים ותפקידים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(Leader/Manager/Member)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AddMembersDialog,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קידום/הורדה, הסרה, פרטיות, מחיקה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CreateNewGroupDialog, CreateGroupFromChatDialog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פעולות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: Unmatch, Leave Group;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רקע מותאם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(chat_background_url)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אינטראקציה/פידבק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אנימציית בועות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(motion.div)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Loader2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בזמן שליחה/העלאה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; Mic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אדום בעת הקלטה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פתיחת תמונת מדיה בחלון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/Viewer;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לחיצה על שם משתמש מציגה פרופיל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ArrowLeft →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רשימת שיחות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ל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‑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ViewProfile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מלחיצה על תמונת פרופיל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Discover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אם אין שיחות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(CTA)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Adventures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ההרפתקאות שלי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ניהול וצפייה בקבוצות שלי/שהשלמתי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כותרת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: My Adventures;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כפתורי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Discover / Create Group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Tabs: Adventure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טרנדינג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), My Groups, Completed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כרטיסי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AdventureCard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קאבר/שם/יעד/חברים/תאריכים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AdventureGroup.list():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טעינת קבוצות (פעילות/שהושלמו)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Manage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אם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Leader/Admin) → GroupManagementModal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Complete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אם הסתיימה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): CompleteAdventureModal + Notification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TrendingAdventuresSection: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טרנדיות/אקראיות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אינטראקציה/פידבק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מעבר טאבים; אנימציות כניסה/יציאה בכרטיסים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(framer‑motion)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Toast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לאחר השלמה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; LoadingSpinner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בטעינה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מצבי רשימה ריקה – הודעה מתאימה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Discover →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דף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Discover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Create Group → CreateNewGroupDialog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לחיצה על כרטיס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→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AdventureDetailModal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Chat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על כרטיס פעיל → הצ'אט של הקבוצה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Settings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הגדרות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ניהול חשבון והעדפות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כותרת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Settings;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סקשן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Account (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אימייל/שם קריאה בלבד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Preferences: Push / Location / Private Profile (Switch)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Select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שפה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; Save Settings; Logout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User.me()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לטעינת פרטים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שמירת הגדרות (כרגע לוג בלבד)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Logout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אינטראקציה/פידבק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אנימציית כניסה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; LoadingSpinner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בטעינה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alert('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נשמר בהצלחה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') / '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כשל בשמירה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'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ArrowLeft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לחזרה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; Logout → Registration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Premium (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פרימיום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822960" y="123516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הצגת יתרונות הפרימיום ושדרוג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UI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כותרת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Buddia Premium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אייקון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Crown)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רשימת יתרונות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והשוואה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חינם/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פרימיום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כרטיס תמחור +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CTA: Upgrade to Premium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מצב: 'אתה פרימיום!' אם יש מנוי פעיל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400"/>
              </a:spcBef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פונקציונליות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UserPremium.filter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(): בדיקת סטטוס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DailyLimits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: להשוואה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כפתור שדרוג (כרגע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alert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ייעודי)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400"/>
              </a:spcBef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אינטראקציה/פידבק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אנימציות כניסה (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framer‑motion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 לאלמנטים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LoadingSpinner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בעת טעינת נתונים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400"/>
              </a:spcBef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ניווט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algn="r" rtl="1">
              <a:lnSpc>
                <a:spcPct val="100000"/>
              </a:lnSpc>
              <a:spcBef>
                <a:spcPts val="360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ArrowLeft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לחזרה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Dashboard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 algn="r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מטרה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 algn="r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שימוש פנימי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/Onboarding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וניתוב משתמשים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ללא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UI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משמעותי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XLSX_Editor/6.2.8.2$Windows_x86 LibreOffice_project/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2025-08-30T23:04:00Z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